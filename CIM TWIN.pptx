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668" y="-1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E947C-62C2-67FE-33FB-D0F5B67D51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9D53EF-E208-2F97-3609-088682D445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1313F6-4441-9B84-46A0-BBDADC2FC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8D281-4695-4C2C-B562-9E8AEDBB37C5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7C4D8-9FF5-AC4D-399C-27054FC24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AD4325-692A-53E8-E2CF-714DA2171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3BA05-599E-43F3-8B9F-010B7043B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9121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BBB3A-6AF8-0DC9-7EFB-5E59E39F4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FCABBB-CC41-6529-477C-9F62E5E581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F78B94-C0CD-8DD5-3FA6-982BFFE11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8D281-4695-4C2C-B562-9E8AEDBB37C5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837F32-4446-89F2-E56E-B0408068D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AEA380-C3E2-F56E-2BCA-8417AF362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3BA05-599E-43F3-8B9F-010B7043B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4272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5C443-3CE9-F0E5-4B1D-0DE531BD5E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F3AADC-AA4F-F32A-ECC3-8190B0E39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A7CBB-17C0-CF2B-6FB6-D5B8D9D81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8D281-4695-4C2C-B562-9E8AEDBB37C5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380003-97CF-F030-0DE0-47BBA773D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5B2B33-DFB6-73E4-7A9E-61259C1B6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3BA05-599E-43F3-8B9F-010B7043B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1127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64B9D-9946-215B-B738-71D3F347C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8B7F0F-C881-21EA-C67F-401E109102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DA0369-25CD-9BFC-590D-FA8A344E6D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11FAF0-51FF-8A7D-8159-704F9CD6F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8D281-4695-4C2C-B562-9E8AEDBB37C5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B3FDD1-54CD-5980-E254-8AC594D7A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4B7C24-0C13-039A-09D8-55EC2966B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3BA05-599E-43F3-8B9F-010B7043B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816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CCC82-C4FF-1CDF-D167-11325D609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E1FA92-AAF8-A240-A150-F179A780BB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D317C5-9009-4A2C-338C-F757164B17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59CAE3-9DA8-8B30-0DCB-9658AA95A1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4231AE-1C71-2CBF-5750-002B924E5E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1DE6A80-86E0-EC67-D770-ECC47490B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8D281-4695-4C2C-B562-9E8AEDBB37C5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E9570A-6AFC-05F2-E293-15D4B6F95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AA7C0F-9DF3-B64F-98FA-AB1371863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3BA05-599E-43F3-8B9F-010B7043B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3155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F59A6-A9A3-BA3B-1122-E2766CA566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2EC6DE-EC88-8AFF-AAEC-BBE75602F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8D281-4695-4C2C-B562-9E8AEDBB37C5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DC1126-BD8F-09AE-60D3-7B1781D50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800FC6-B115-830E-6987-BE42EF44E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3BA05-599E-43F3-8B9F-010B7043B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6137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2775B7F-B670-FE92-ABBD-5980541759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8D281-4695-4C2C-B562-9E8AEDBB37C5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298BAE-4E21-14A4-6C92-2381FC2EC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2B13AF-90F3-C886-119D-C401FD6AE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3BA05-599E-43F3-8B9F-010B7043B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022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516F90-334C-7084-FBD1-BFE78FAE01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F120E9-6E83-8E01-C614-B1831DEBBA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72281E-7E1E-06ED-5ACA-B6F9AB30D4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E31E47-5410-D492-1331-8D4CC6AFC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8D281-4695-4C2C-B562-9E8AEDBB37C5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E19C36-AB4A-1379-89D8-D7FF186DB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8F6120-7E2A-2D88-7C0F-CEECC5EEF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3BA05-599E-43F3-8B9F-010B7043B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6991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D330A-AE1E-B105-A45D-C9DBA3B735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7092677-3F78-720C-4C0F-EA64F4AD6D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1D5031-97C7-27B8-0F69-4802DB9FBD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5ED3ED-D6A7-1E26-0C96-0F82E7938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8D281-4695-4C2C-B562-9E8AEDBB37C5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C1EFAB-1228-E4DF-A34C-44E13A407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48B1B5-1EBB-C1F8-FB96-9C80B2712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3BA05-599E-43F3-8B9F-010B7043B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4168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89E8B-9560-6448-A5D5-673A74C12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EF855B-BF06-421F-809D-A85101BAF3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6172D1-884D-004B-FCDD-D319EC0D1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8D281-4695-4C2C-B562-9E8AEDBB37C5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284B5A-7A03-D541-6409-A0C74D214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93A2AC-5E6F-8CCE-8252-440527125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3BA05-599E-43F3-8B9F-010B7043B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3975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C0A798-64C5-03B5-0727-CAC0CF5E8F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B5BDA5-9FE6-C6D8-1EE8-20331AABC2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AAF25D-E1BA-A928-D2B7-B3E5B6E5D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8D281-4695-4C2C-B562-9E8AEDBB37C5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4EBE25-592E-1615-5CC6-3519D3A1D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B5E9CF-E9AE-6572-92CC-167E0CEBE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3BA05-599E-43F3-8B9F-010B7043B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4047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30919B-FCE2-0BAD-2E5D-744D3A12E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B51581-0680-BCF1-D84D-CDD28E783B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AA307C-6CDA-FAA5-FFD7-2128018DF1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B8D281-4695-4C2C-B562-9E8AEDBB37C5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C638E6-87B6-634B-5635-4159258C98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ECD59C-E9B0-185A-38DD-55054A0726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A3BA05-599E-43F3-8B9F-010B7043B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8767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C1F5B-C642-291D-E95E-46A176928B2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6D90A7-5B7B-BE66-A11C-B566368F7CB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F71F44-2AAD-FAF4-3510-521B6851F8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808" y="0"/>
            <a:ext cx="982238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14245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lil crusey</dc:creator>
  <cp:lastModifiedBy>lil crusey</cp:lastModifiedBy>
  <cp:revision>1</cp:revision>
  <dcterms:created xsi:type="dcterms:W3CDTF">2026-10-03T06:09:33Z</dcterms:created>
  <dcterms:modified xsi:type="dcterms:W3CDTF">2026-10-03T06:09:33Z</dcterms:modified>
</cp:coreProperties>
</file>